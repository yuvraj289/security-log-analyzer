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vraj Raja" userId="72db36b5074be54e" providerId="LiveId" clId="{26AB6916-49AB-4848-9E38-CD9392B86BB2}"/>
    <pc:docChg chg="undo custSel modSld">
      <pc:chgData name="Yuvraj Raja" userId="72db36b5074be54e" providerId="LiveId" clId="{26AB6916-49AB-4848-9E38-CD9392B86BB2}" dt="2026-07-31T09:38:21.900" v="33" actId="20577"/>
      <pc:docMkLst>
        <pc:docMk/>
      </pc:docMkLst>
      <pc:sldChg chg="addSp modSp mod">
        <pc:chgData name="Yuvraj Raja" userId="72db36b5074be54e" providerId="LiveId" clId="{26AB6916-49AB-4848-9E38-CD9392B86BB2}" dt="2026-07-31T09:38:21.900" v="33" actId="20577"/>
        <pc:sldMkLst>
          <pc:docMk/>
          <pc:sldMk cId="0" sldId="256"/>
        </pc:sldMkLst>
        <pc:spChg chg="mod">
          <ac:chgData name="Yuvraj Raja" userId="72db36b5074be54e" providerId="LiveId" clId="{26AB6916-49AB-4848-9E38-CD9392B86BB2}" dt="2026-07-31T09:38:21.900" v="33" actId="20577"/>
          <ac:spMkLst>
            <pc:docMk/>
            <pc:sldMk cId="0" sldId="256"/>
            <ac:spMk id="50" creationId="{00000000-0000-0000-0000-000000000000}"/>
          </ac:spMkLst>
        </pc:spChg>
        <pc:spChg chg="mod">
          <ac:chgData name="Yuvraj Raja" userId="72db36b5074be54e" providerId="LiveId" clId="{26AB6916-49AB-4848-9E38-CD9392B86BB2}" dt="2026-07-31T09:37:17.505" v="15" actId="20577"/>
          <ac:spMkLst>
            <pc:docMk/>
            <pc:sldMk cId="0" sldId="256"/>
            <ac:spMk id="54" creationId="{00000000-0000-0000-0000-000000000000}"/>
          </ac:spMkLst>
        </pc:spChg>
        <pc:spChg chg="mod">
          <ac:chgData name="Yuvraj Raja" userId="72db36b5074be54e" providerId="LiveId" clId="{26AB6916-49AB-4848-9E38-CD9392B86BB2}" dt="2026-07-31T09:35:52.840" v="1" actId="20577"/>
          <ac:spMkLst>
            <pc:docMk/>
            <pc:sldMk cId="0" sldId="256"/>
            <ac:spMk id="55" creationId="{00000000-0000-0000-0000-000000000000}"/>
          </ac:spMkLst>
        </pc:spChg>
        <pc:spChg chg="add mod">
          <ac:chgData name="Yuvraj Raja" userId="72db36b5074be54e" providerId="LiveId" clId="{26AB6916-49AB-4848-9E38-CD9392B86BB2}" dt="2026-07-31T09:38:05.543" v="26" actId="1076"/>
          <ac:spMkLst>
            <pc:docMk/>
            <pc:sldMk cId="0" sldId="256"/>
            <ac:spMk id="57" creationId="{B7552192-1593-C5A5-E1EF-92091B4338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1666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54864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0972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16459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0" y="219456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0" y="274320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32918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384048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0" y="43891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0" name="Shape 8"/>
          <p:cNvSpPr/>
          <p:nvPr/>
        </p:nvSpPr>
        <p:spPr>
          <a:xfrm>
            <a:off x="9098280" y="5486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1" name="Shape 9"/>
          <p:cNvSpPr/>
          <p:nvPr/>
        </p:nvSpPr>
        <p:spPr>
          <a:xfrm>
            <a:off x="9098280" y="10972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2" name="Shape 10"/>
          <p:cNvSpPr/>
          <p:nvPr/>
        </p:nvSpPr>
        <p:spPr>
          <a:xfrm>
            <a:off x="9098280" y="164592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9098280" y="219456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4" name="Shape 12"/>
          <p:cNvSpPr/>
          <p:nvPr/>
        </p:nvSpPr>
        <p:spPr>
          <a:xfrm>
            <a:off x="9098280" y="274320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5" name="Shape 13"/>
          <p:cNvSpPr/>
          <p:nvPr/>
        </p:nvSpPr>
        <p:spPr>
          <a:xfrm>
            <a:off x="9098280" y="329184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9098280" y="38404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7" name="Shape 15"/>
          <p:cNvSpPr/>
          <p:nvPr/>
        </p:nvSpPr>
        <p:spPr>
          <a:xfrm>
            <a:off x="9098280" y="43891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0" y="5486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0" y="109728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0" y="16459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0" y="219456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0" y="274320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0" y="32918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38404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0" y="438912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04120" y="54864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04120" y="10972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04120" y="16459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04120" y="219456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04120" y="274320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04120" y="32918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04120" y="384048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04120" y="43891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607040" y="5486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07040" y="10972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07040" y="164592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07040" y="219456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38" name="Shape 36"/>
          <p:cNvSpPr/>
          <p:nvPr/>
        </p:nvSpPr>
        <p:spPr>
          <a:xfrm>
            <a:off x="10607040" y="274320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07040" y="329184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07040" y="38404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07040" y="43891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109960" y="5486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09960" y="109728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09960" y="16459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109960" y="219456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109960" y="274320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09960" y="32918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09960" y="38404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109960" y="438912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FORENSICS  </a:t>
            </a:r>
            <a:r>
              <a:rPr lang="en-US" sz="1400" b="1" kern="0" spc="30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PROJECT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94360" y="182880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Security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Analyzer</a:t>
            </a:r>
            <a:endParaRPr lang="en-US" sz="4600" dirty="0"/>
          </a:p>
        </p:txBody>
      </p:sp>
      <p:sp>
        <p:nvSpPr>
          <p:cNvPr id="52" name="Text 50"/>
          <p:cNvSpPr/>
          <p:nvPr/>
        </p:nvSpPr>
        <p:spPr>
          <a:xfrm>
            <a:off x="640080" y="3657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Python script that reads an SSH log file and spots brute-force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attempts — no external libraries required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0080" y="4663440"/>
            <a:ext cx="50292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6243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B.E. Computer Science Engineering  |  KCG College of Technology |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40080" y="6291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7552192-1593-C5A5-E1EF-92091B4338DC}"/>
              </a:ext>
            </a:extLst>
          </p:cNvPr>
          <p:cNvSpPr txBox="1"/>
          <p:nvPr/>
        </p:nvSpPr>
        <p:spPr>
          <a:xfrm>
            <a:off x="788904" y="4765704"/>
            <a:ext cx="15437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>
                <a:solidFill>
                  <a:schemeClr val="bg1"/>
                </a:solidFill>
              </a:rPr>
              <a:t>Team members:</a:t>
            </a:r>
          </a:p>
          <a:p>
            <a:r>
              <a:rPr lang="en-US" sz="1300" dirty="0">
                <a:solidFill>
                  <a:schemeClr val="bg1"/>
                </a:solidFill>
              </a:rPr>
              <a:t>Shri Krish</a:t>
            </a:r>
          </a:p>
          <a:p>
            <a:r>
              <a:rPr lang="en-US" sz="1300" dirty="0">
                <a:solidFill>
                  <a:schemeClr val="bg1"/>
                </a:solidFill>
              </a:rPr>
              <a:t>Yuvraj</a:t>
            </a:r>
          </a:p>
          <a:p>
            <a:r>
              <a:rPr lang="en-US" sz="1300" dirty="0">
                <a:solidFill>
                  <a:schemeClr val="bg1"/>
                </a:solidFill>
              </a:rPr>
              <a:t>Sowmiya</a:t>
            </a:r>
          </a:p>
          <a:p>
            <a:r>
              <a:rPr lang="en-US" sz="1300" dirty="0" err="1">
                <a:solidFill>
                  <a:schemeClr val="bg1"/>
                </a:solidFill>
              </a:rPr>
              <a:t>Sudhashina</a:t>
            </a:r>
            <a:endParaRPr lang="en-US" sz="1300" dirty="0">
              <a:solidFill>
                <a:schemeClr val="bg1"/>
              </a:solidFill>
            </a:endParaRPr>
          </a:p>
          <a:p>
            <a:r>
              <a:rPr lang="en-US" sz="1300" dirty="0">
                <a:solidFill>
                  <a:schemeClr val="bg1"/>
                </a:solidFill>
              </a:rPr>
              <a:t>Sri Ranjani</a:t>
            </a:r>
          </a:p>
          <a:p>
            <a:r>
              <a:rPr lang="en-US" sz="1300" dirty="0">
                <a:solidFill>
                  <a:schemeClr val="bg1"/>
                </a:solidFill>
              </a:rPr>
              <a:t>Vismaya </a:t>
            </a:r>
            <a:r>
              <a:rPr lang="en-US" sz="1300" dirty="0" err="1">
                <a:solidFill>
                  <a:schemeClr val="bg1"/>
                </a:solidFill>
              </a:rPr>
              <a:t>Girish</a:t>
            </a:r>
            <a:r>
              <a:rPr lang="en-US" sz="1300" dirty="0" err="1"/>
              <a:t>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file, one job, easy to explain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SIEM tools are powerful but hard to explain on a single slide. This version strips log analysis down to its core idea: count the failures, flag the outliers, check who got in anyway.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6233C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971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CC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— the whole script fits on one screen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78892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6233C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971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26280" y="36118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libraries — pure Python standard library only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278892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16233C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2971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75320" y="36118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 do all the log parsing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C2E4A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029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a seminar: every line of output maps directly to a line of code — nothing is hidden in a library.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SECURITY LOG ANALYZER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simple checks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6233C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21408"/>
            <a:ext cx="548640" cy="54864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21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failed logins per IP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24028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'Failed password' line in the log is matched with a regex, and the source IP's failure count goes up by 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6233C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584448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84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333756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IPs above the threshold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370332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IP with more than 4 failed attempts (a number you can change) is marked as a possible brute-force attacker.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6233C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47488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474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80060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a successful login after that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516636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flagged IP also has an 'Accepted password' line, that account may have actually been broken into.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SECURITY LOG ANALYZER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regex patterns do all the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6233C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login pattern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514600"/>
            <a:ext cx="4617720" cy="137160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0604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FAILED_PATTERN = re.compile(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r"Failed password for(?: invalid user)?\s"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r"\S+ from (\d+\.\d+\.\d+\.\d+)"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 lines like: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"Failed password for invalid user admin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45.146.164.110"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16233C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920240"/>
            <a:ext cx="457200" cy="54864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login pattern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0" y="2514600"/>
            <a:ext cx="4617720" cy="1371600"/>
          </a:xfrm>
          <a:prstGeom prst="roundRect">
            <a:avLst>
              <a:gd name="adj" fmla="val 4000"/>
            </a:avLst>
          </a:prstGeom>
          <a:solidFill>
            <a:srgbClr val="0A102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606040"/>
            <a:ext cx="4343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SUCCESS_PATTERN = re.compile(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r"Accepted password for (\S+)"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r" from (\d+\.\d+\.\d+\.\d+)"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411480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 lines like: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"Accepted password for root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45.146.164.110"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SECURITY LOG ANALYZER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two functions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16233C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0195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analyze_log(filename)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5915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log file, runs both regex patterns line by line, and returns two things: a dictionary of failed-attempt counts per IP, and a list of successful logins.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16233C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3931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print_report(...)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09651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that data and prints three sections: failed attempts by IP, IPs above the threshold, and any suspicious IP that later logged in successfully.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C2E4A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257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from the command line: python simple_log_analyzer.py &lt;log_file&gt;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SECURITY LOG ANALYZER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run — terminal output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4480560"/>
          </a:xfrm>
          <a:prstGeom prst="roundRect">
            <a:avLst>
              <a:gd name="adj" fmla="val 1633"/>
            </a:avLst>
          </a:prstGeom>
          <a:solidFill>
            <a:srgbClr val="0A1020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874520"/>
            <a:ext cx="164592" cy="164592"/>
          </a:xfrm>
          <a:prstGeom prst="ellipse">
            <a:avLst/>
          </a:prstGeom>
          <a:solidFill>
            <a:srgbClr val="F0C808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1874520"/>
            <a:ext cx="164592" cy="164592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488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CC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simple_log_analyzer.py sample_auth.log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10424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LOG REPORT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login attempts by IP: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45.146.164.110   11 failed attempt(s)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185.220.101.7    3 failed attempt(s)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88.214.26.90     2 failed attempt(s)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194.28.83.16     2 failed attempt(s)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Suspicious IPs (more than 4 failed attempts):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45.146.164.110  &lt;-- possible brute-force attack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Successful logins that came from a suspicious IP: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45.146.164.110 logged in as 'root'  &lt;-- INVESTIGATE, likely compromised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SECURITY LOG ANALYZER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simple version doesn't do (yet)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6233C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reads SSH auth.log format — no Apache/web log support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6233C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7180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78892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threshold, not time-aware — doesn't check if failures happened close together in 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6233C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84048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charts, CSV export, or risk scoring — text output only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6233C"/>
          </a:solidFill>
          <a:ln w="12700">
            <a:solidFill>
              <a:srgbClr val="2A3F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489204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web-attack detection (SQLi, XSS, etc.) — logins only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exactly the gaps the full-featured version of this tool (Security_Log_Analyzer) fills.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SECURITY LOG ANALYZER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54864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0972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16459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0" y="219456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0" y="274320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32918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384048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0" y="43891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0" name="Shape 8"/>
          <p:cNvSpPr/>
          <p:nvPr/>
        </p:nvSpPr>
        <p:spPr>
          <a:xfrm>
            <a:off x="9098280" y="5486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1" name="Shape 9"/>
          <p:cNvSpPr/>
          <p:nvPr/>
        </p:nvSpPr>
        <p:spPr>
          <a:xfrm>
            <a:off x="9098280" y="10972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2" name="Shape 10"/>
          <p:cNvSpPr/>
          <p:nvPr/>
        </p:nvSpPr>
        <p:spPr>
          <a:xfrm>
            <a:off x="9098280" y="164592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3" name="Shape 11"/>
          <p:cNvSpPr/>
          <p:nvPr/>
        </p:nvSpPr>
        <p:spPr>
          <a:xfrm>
            <a:off x="9098280" y="219456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4" name="Shape 12"/>
          <p:cNvSpPr/>
          <p:nvPr/>
        </p:nvSpPr>
        <p:spPr>
          <a:xfrm>
            <a:off x="9098280" y="274320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5" name="Shape 13"/>
          <p:cNvSpPr/>
          <p:nvPr/>
        </p:nvSpPr>
        <p:spPr>
          <a:xfrm>
            <a:off x="9098280" y="329184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6" name="Shape 14"/>
          <p:cNvSpPr/>
          <p:nvPr/>
        </p:nvSpPr>
        <p:spPr>
          <a:xfrm>
            <a:off x="9098280" y="38404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7" name="Shape 15"/>
          <p:cNvSpPr/>
          <p:nvPr/>
        </p:nvSpPr>
        <p:spPr>
          <a:xfrm>
            <a:off x="9098280" y="43891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0" y="5486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0" y="109728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0" y="16459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0" y="219456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0" y="274320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0" y="32918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38404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0" y="438912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04120" y="54864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04120" y="10972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04120" y="16459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04120" y="219456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04120" y="274320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04120" y="32918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04120" y="384048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04120" y="43891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34" name="Shape 32"/>
          <p:cNvSpPr/>
          <p:nvPr/>
        </p:nvSpPr>
        <p:spPr>
          <a:xfrm>
            <a:off x="10607040" y="5486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07040" y="10972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07040" y="164592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07040" y="219456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38" name="Shape 36"/>
          <p:cNvSpPr/>
          <p:nvPr/>
        </p:nvSpPr>
        <p:spPr>
          <a:xfrm>
            <a:off x="10607040" y="274320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07040" y="329184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07040" y="38404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07040" y="43891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109960" y="5486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09960" y="109728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09960" y="164592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109960" y="219456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109960" y="274320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09960" y="329184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09960" y="3840480"/>
            <a:ext cx="54864" cy="54864"/>
          </a:xfrm>
          <a:prstGeom prst="ellipse">
            <a:avLst/>
          </a:prstGeom>
          <a:solidFill>
            <a:srgbClr val="2A3F6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109960" y="4389120"/>
            <a:ext cx="54864" cy="54864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94360" y="196596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script,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forensic value</a:t>
            </a:r>
            <a:endParaRPr lang="en-US" sz="4000" dirty="0"/>
          </a:p>
        </p:txBody>
      </p:sp>
      <p:sp>
        <p:nvSpPr>
          <p:cNvPr id="52" name="Text 50"/>
          <p:cNvSpPr/>
          <p:nvPr/>
        </p:nvSpPr>
        <p:spPr>
          <a:xfrm>
            <a:off x="640080" y="3657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under 80 lines of plain Python, this script turns a raw SSH log into a clear answer to the question every incident response starts with: who tried to break in, and did they succeed? It's a foundation that scales up naturally into a full forensic toolkit.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40080" y="5074920"/>
            <a:ext cx="50292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5257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  |  Cybersecurity &amp; Forensics Skillathon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758</Words>
  <Application>Microsoft Office PowerPoint</Application>
  <PresentationFormat>Widescreen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Yuvraj Raja</cp:lastModifiedBy>
  <cp:revision>1</cp:revision>
  <dcterms:created xsi:type="dcterms:W3CDTF">2026-07-31T09:32:36Z</dcterms:created>
  <dcterms:modified xsi:type="dcterms:W3CDTF">2026-07-31T09:38:23Z</dcterms:modified>
</cp:coreProperties>
</file>